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B5490-9623-D043-919D-3FBCF22C931C}" v="3" dt="2026-01-19T21:54:16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04"/>
    <p:restoredTop sz="94640"/>
  </p:normalViewPr>
  <p:slideViewPr>
    <p:cSldViewPr snapToGrid="0">
      <p:cViewPr varScale="1">
        <p:scale>
          <a:sx n="102" d="100"/>
          <a:sy n="102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dari, Ganesh Prasad" userId="b24ce40a-9d2b-4b30-b596-b2f5bc3873c9" providerId="ADAL" clId="{EFD754F8-F81F-5789-A4F3-12418878E931}"/>
    <pc:docChg chg="custSel addSld modSld">
      <pc:chgData name="Bhandari, Ganesh Prasad" userId="b24ce40a-9d2b-4b30-b596-b2f5bc3873c9" providerId="ADAL" clId="{EFD754F8-F81F-5789-A4F3-12418878E931}" dt="2026-01-19T21:56:53.513" v="32" actId="1076"/>
      <pc:docMkLst>
        <pc:docMk/>
      </pc:docMkLst>
      <pc:sldChg chg="modSp mod">
        <pc:chgData name="Bhandari, Ganesh Prasad" userId="b24ce40a-9d2b-4b30-b596-b2f5bc3873c9" providerId="ADAL" clId="{EFD754F8-F81F-5789-A4F3-12418878E931}" dt="2026-01-19T21:55:28.052" v="28" actId="2711"/>
        <pc:sldMkLst>
          <pc:docMk/>
          <pc:sldMk cId="3358050082" sldId="257"/>
        </pc:sldMkLst>
        <pc:spChg chg="mod">
          <ac:chgData name="Bhandari, Ganesh Prasad" userId="b24ce40a-9d2b-4b30-b596-b2f5bc3873c9" providerId="ADAL" clId="{EFD754F8-F81F-5789-A4F3-12418878E931}" dt="2026-01-19T21:55:28.052" v="28" actId="2711"/>
          <ac:spMkLst>
            <pc:docMk/>
            <pc:sldMk cId="3358050082" sldId="257"/>
            <ac:spMk id="5" creationId="{E2F8BA7B-C4AA-5889-4C08-A0D513E2630E}"/>
          </ac:spMkLst>
        </pc:spChg>
      </pc:sldChg>
      <pc:sldChg chg="addSp delSp modSp new mod">
        <pc:chgData name="Bhandari, Ganesh Prasad" userId="b24ce40a-9d2b-4b30-b596-b2f5bc3873c9" providerId="ADAL" clId="{EFD754F8-F81F-5789-A4F3-12418878E931}" dt="2026-01-19T21:56:53.513" v="32" actId="1076"/>
        <pc:sldMkLst>
          <pc:docMk/>
          <pc:sldMk cId="2263916722" sldId="258"/>
        </pc:sldMkLst>
        <pc:spChg chg="mod">
          <ac:chgData name="Bhandari, Ganesh Prasad" userId="b24ce40a-9d2b-4b30-b596-b2f5bc3873c9" providerId="ADAL" clId="{EFD754F8-F81F-5789-A4F3-12418878E931}" dt="2026-01-19T21:56:47.411" v="31" actId="1076"/>
          <ac:spMkLst>
            <pc:docMk/>
            <pc:sldMk cId="2263916722" sldId="258"/>
            <ac:spMk id="2" creationId="{5231F6F3-9D9D-B071-082A-91860C024FB0}"/>
          </ac:spMkLst>
        </pc:spChg>
        <pc:spChg chg="del">
          <ac:chgData name="Bhandari, Ganesh Prasad" userId="b24ce40a-9d2b-4b30-b596-b2f5bc3873c9" providerId="ADAL" clId="{EFD754F8-F81F-5789-A4F3-12418878E931}" dt="2026-01-19T21:50:55.496" v="7" actId="478"/>
          <ac:spMkLst>
            <pc:docMk/>
            <pc:sldMk cId="2263916722" sldId="258"/>
            <ac:spMk id="3" creationId="{9B7C4C8B-EE0F-529A-3D67-88E9CCECA291}"/>
          </ac:spMkLst>
        </pc:spChg>
        <pc:spChg chg="add del mod">
          <ac:chgData name="Bhandari, Ganesh Prasad" userId="b24ce40a-9d2b-4b30-b596-b2f5bc3873c9" providerId="ADAL" clId="{EFD754F8-F81F-5789-A4F3-12418878E931}" dt="2026-01-19T21:52:54.855" v="13" actId="478"/>
          <ac:spMkLst>
            <pc:docMk/>
            <pc:sldMk cId="2263916722" sldId="258"/>
            <ac:spMk id="5" creationId="{BD8334EC-4155-B3B5-2A7F-E47B4C937E3E}"/>
          </ac:spMkLst>
        </pc:spChg>
        <pc:spChg chg="add del mod">
          <ac:chgData name="Bhandari, Ganesh Prasad" userId="b24ce40a-9d2b-4b30-b596-b2f5bc3873c9" providerId="ADAL" clId="{EFD754F8-F81F-5789-A4F3-12418878E931}" dt="2026-01-19T21:53:01.922" v="15" actId="478"/>
          <ac:spMkLst>
            <pc:docMk/>
            <pc:sldMk cId="2263916722" sldId="258"/>
            <ac:spMk id="6" creationId="{15A45020-2558-7BDA-0244-50A207367BEA}"/>
          </ac:spMkLst>
        </pc:spChg>
        <pc:spChg chg="add mod">
          <ac:chgData name="Bhandari, Ganesh Prasad" userId="b24ce40a-9d2b-4b30-b596-b2f5bc3873c9" providerId="ADAL" clId="{EFD754F8-F81F-5789-A4F3-12418878E931}" dt="2026-01-19T21:56:53.513" v="32" actId="1076"/>
          <ac:spMkLst>
            <pc:docMk/>
            <pc:sldMk cId="2263916722" sldId="258"/>
            <ac:spMk id="8" creationId="{010AD6A4-D4DA-5AD2-8AF4-A03ED338CEF0}"/>
          </ac:spMkLst>
        </pc:spChg>
        <pc:spChg chg="add del mod">
          <ac:chgData name="Bhandari, Ganesh Prasad" userId="b24ce40a-9d2b-4b30-b596-b2f5bc3873c9" providerId="ADAL" clId="{EFD754F8-F81F-5789-A4F3-12418878E931}" dt="2026-01-19T21:54:37.722" v="27"/>
          <ac:spMkLst>
            <pc:docMk/>
            <pc:sldMk cId="2263916722" sldId="258"/>
            <ac:spMk id="9" creationId="{57575A92-4E96-0D5F-2C69-5AEB9A7F1FA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6CF0-5A89-E116-3911-C459C52E1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5C41E-DFDD-7814-33C9-D9F103FCF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310A-4446-C065-5083-57185757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70D8-26B3-3D20-F4E2-35D7F706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7F219-2126-5054-D5E6-E3243338A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5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83D7F-70FF-F28A-6369-EC965CC7C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BCA88-778D-2EEC-EC92-74FCBDE5B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7FB5E-DD37-D686-B923-8EF2149C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3AD03-0C72-5C92-850F-F08798CE5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79B48-5A82-79FF-EBB7-D48EFDFD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6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141E-462D-0526-098D-4DA058BB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0D7AE-E172-537E-72A7-2817CDD4E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7C335-E29E-BA4E-C83A-820E1357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A1A4D-DB62-FE8D-D8EB-6003E0F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95944-D719-62DB-553D-7104AD9B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22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CE3-A797-32AF-2510-74DE962D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8715C-A674-9B4F-37CE-CCFCD1A5B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BECE5-E15E-9BA0-07E1-F4E3C65D9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2D902-97AD-017A-A1B8-5665C23B1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9F064-843D-AE2B-FC77-8F79827E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AA366-7B68-0BA8-90EB-32F404895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3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8659-A9F6-8879-075B-0CFB6077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E2418-5892-C665-07A1-332AC2814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88CC8-0F48-915D-3516-1BC0952D3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552E0-5897-2D2B-D437-103D32FD0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E52E38-53B2-79B5-2200-0335D7B25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F21AA-F8B2-7E09-B4DA-456497D7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BC49B-7567-0904-0FC2-3402CA8B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EDACF-002E-7896-B696-A3B20B64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2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CFC8-AFE0-C9BB-E1DA-1476E733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0BC4A-2208-9134-D392-26297197F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3C262-1A80-0F8E-DD0B-21FAFF0A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5564D-8E26-2851-05C3-65ED06AED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42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3CC67D-E4A7-7D72-2617-C29C5E128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787A0-367E-F832-EDD5-520EF90F8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BA0A2-5143-8D3C-38B9-39F86DF8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5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121B-05C6-180D-FEF7-681D4327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E6F28-C274-3494-5D76-A0797B9C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F0D33-456B-3F5D-E406-5251E14F3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CBC67-6A42-3C61-D34B-A6119A6C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07D0D-284F-D1D9-69C5-8109F8A1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A37F1-6675-55C3-232A-6DD9C7C2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2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CAE7-A4BD-3317-4CDA-D3AEF2F89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FBEFD-E44E-BE5C-B0F3-5EB39F02B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03360-CF76-D615-5E84-002CC47AC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2E905-5456-38C1-F57F-F0F3E2DE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12AA3-5CE7-4D2B-4AAF-B0B1A3076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43874-6B35-5D7E-F9B4-0DE9EAFB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387D-7837-5F61-FBB4-FAEB4B0C3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09ABCD-40FC-4884-A5C2-ACA3A2356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1AED4-2699-3875-4CB2-4AEF5483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39986-D0CB-B4E2-B774-40694F7E8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D74C9-E6E0-396C-81F5-FB9AC422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5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FC27A-0C9D-64B9-C485-BBFA50835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D1776-4FD8-CD80-406F-11006B668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EDDD9-EA93-7AC9-BCF7-32851EC3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C7C31-8246-612F-AC7F-22E96F47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D2733-D2A1-EA4E-82BA-0F43C1040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FB2FF-B6D3-1F2A-C604-0C4F52B60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FD3E9-1843-E9B1-0838-17E39334C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8F654-03BE-2198-F35B-F69AEF0B8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6D222-6ACE-8C43-B9FD-1BBA16967661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CEC1E-FA06-A930-7135-AC36DA2F6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D0D69-1000-D9DD-07B0-C70F39261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CF1EB-03F1-9543-8A0D-07B8E0716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1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77EC-6ED8-4AD1-4107-762385007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456" y="970581"/>
            <a:ext cx="10129381" cy="626301"/>
          </a:xfrm>
        </p:spPr>
        <p:txBody>
          <a:bodyPr>
            <a:normAutofit fontScale="90000"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Career Path &amp; Professional Motivation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CD8A7-6267-D0ED-A091-BA29A1509EEB}"/>
              </a:ext>
            </a:extLst>
          </p:cNvPr>
          <p:cNvSpPr txBox="1"/>
          <p:nvPr/>
        </p:nvSpPr>
        <p:spPr>
          <a:xfrm>
            <a:off x="252607" y="1283732"/>
            <a:ext cx="1168678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Ganesh Prasad Bhandari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MSIT – Healthcare Technology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Professional Background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Senior Solution Architect (Industry experience prior to MSIT)</a:t>
            </a:r>
          </a:p>
          <a:p>
            <a:pPr>
              <a:buNone/>
            </a:pP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Target Career Path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AI Solution Architect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AI Enterprise Architect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AI Principal Architect / AI Innovation Lead</a:t>
            </a:r>
          </a:p>
          <a:p>
            <a:pPr>
              <a:buNone/>
            </a:pP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Why This Career Path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my previous role as a Senior Solution Architect, I focused on designing and integrating large-scale systems rather than building isolated components. As organizations increasingly adopt AI, I realized that the biggest challenge is not model development, but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architecting AI systems that are reliable, explainable, and aligned with business goals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Through the MSIT program and healthcare technology focus, my goal is to transition into senior AI leadership roles where I can design and govern enterprise-level AI solutions across domains such as healthcare, supply chain, and financial services.</a:t>
            </a:r>
          </a:p>
        </p:txBody>
      </p:sp>
    </p:spTree>
    <p:extLst>
      <p:ext uri="{BB962C8B-B14F-4D97-AF65-F5344CB8AC3E}">
        <p14:creationId xmlns:p14="http://schemas.microsoft.com/office/powerpoint/2010/main" val="3206856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7F42-1FDC-D6A1-3646-379291F44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469"/>
            <a:ext cx="10515600" cy="851770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How AI Is Changing This Field (With a Real-Life Example)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F8BA7B-C4AA-5889-4C08-A0D513E2630E}"/>
              </a:ext>
            </a:extLst>
          </p:cNvPr>
          <p:cNvSpPr txBox="1"/>
          <p:nvPr/>
        </p:nvSpPr>
        <p:spPr>
          <a:xfrm>
            <a:off x="352816" y="1077239"/>
            <a:ext cx="114863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How AI Is Transforming Enterprise Architecture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AI is shifting system design from static, rule-based architectures to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intelligent, data-driven systems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that support decision-making and automation.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Key changes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AI-driven decision support instead of manual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Natural language interfaces replacing complex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Continuous learning systems that improve over time</a:t>
            </a:r>
          </a:p>
          <a:p>
            <a:pPr>
              <a:buNone/>
            </a:pP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Real-Life Example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Consider healthcare workforce management: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Traditional systems rely on manual scheduling and static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AI-enabled systems can analyze demand patterns, staff availability, and constraints to support better decisions.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these systems must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transparent,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explainable,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designed with human oversight.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same architectural challenge appears in many domains, including career management and job search.</a:t>
            </a:r>
          </a:p>
        </p:txBody>
      </p:sp>
    </p:spTree>
    <p:extLst>
      <p:ext uri="{BB962C8B-B14F-4D97-AF65-F5344CB8AC3E}">
        <p14:creationId xmlns:p14="http://schemas.microsoft.com/office/powerpoint/2010/main" val="335805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F6F3-9D9D-B071-082A-91860C02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9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Preliminary Capstone Direction (Problem &amp; Proposed Solution)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AD6A4-D4DA-5AD2-8AF4-A03ED338CEF0}"/>
              </a:ext>
            </a:extLst>
          </p:cNvPr>
          <p:cNvSpPr txBox="1"/>
          <p:nvPr/>
        </p:nvSpPr>
        <p:spPr>
          <a:xfrm>
            <a:off x="130479" y="610136"/>
            <a:ext cx="11744195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Career management today is highly manual and fragmented: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job searching across multiple platforms,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repeated resume customization,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manual tracking of applications,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limited feedback on what works.</a:t>
            </a: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Despite advances in AI, there is no integrated system that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plans, executes, tracks, and improves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this process in a structured way.</a:t>
            </a:r>
          </a:p>
          <a:p>
            <a:pPr>
              <a:buNone/>
            </a:pP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Proposed Capstone Solution</a:t>
            </a: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CareerOS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an AI-driven career operations platform.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system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assist users in identifying relevant job opportunities,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support resume and application tailoring,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enable semi-automated job applications with human oversight,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track outcomes and provide insights to improve strategy over time.</a:t>
            </a:r>
          </a:p>
          <a:p>
            <a:pPr>
              <a:buNone/>
            </a:pP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Why This Is a Strong Capstone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Demonstrates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enterprise-level AI system architecture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Applies responsible AI principles (explainability, human-in-the-loop)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Reflects real-world challenges faced by AI architects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Produces a professional portfolio artifact aligned with my career goals</a:t>
            </a:r>
          </a:p>
        </p:txBody>
      </p:sp>
    </p:spTree>
    <p:extLst>
      <p:ext uri="{BB962C8B-B14F-4D97-AF65-F5344CB8AC3E}">
        <p14:creationId xmlns:p14="http://schemas.microsoft.com/office/powerpoint/2010/main" val="226391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435</Words>
  <Application>Microsoft Macintosh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Career Path &amp; Professional Motivation </vt:lpstr>
      <vt:lpstr>How AI Is Changing This Field (With a Real-Life Example) </vt:lpstr>
      <vt:lpstr>Preliminary Capstone Direction (Problem &amp; Proposed Solution)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Bhandari, Ganesh Prasad</dc:creator>
  <cp:lastModifiedBy>Bhandari, Ganesh Prasad</cp:lastModifiedBy>
  <cp:revision>2</cp:revision>
  <dcterms:created xsi:type="dcterms:W3CDTF">2026-01-19T21:34:58Z</dcterms:created>
  <dcterms:modified xsi:type="dcterms:W3CDTF">2026-01-25T17:38:47Z</dcterms:modified>
</cp:coreProperties>
</file>